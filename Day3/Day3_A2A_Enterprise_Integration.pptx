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0" b="1" dirty="0">
                <a:solidFill>
                  <a:srgbClr val="162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 Protocol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Integration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3.A  ·  2.5 Hours  ·  Salesforce · ServiceNow · SAP  ·  OAuth2  ·  Circuit Breakers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enterprise SaaS behind MCP; secure with OAuth2; harden with circuit breakers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exponential retry. Build the integration layer that survives production.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5029200"/>
            <a:ext cx="594360" cy="59436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171" y="5162931"/>
            <a:ext cx="326898" cy="3268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5029200"/>
            <a:ext cx="594360" cy="594360"/>
          </a:xfrm>
          <a:prstGeom prst="ellipse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371" y="516293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via MCP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20840" y="5029200"/>
            <a:ext cx="594360" cy="594360"/>
          </a:xfrm>
          <a:prstGeom prst="ellipse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571" y="51629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464040" y="502920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771" y="5162931"/>
            <a:ext cx="326898" cy="3268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82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SESSION OVERVIEW  ·  2.5 HOURS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vs multi-agent: what changes when agents cross vendors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73736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40280"/>
            <a:ext cx="93268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02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40280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protocol: discovery, capability manifests, task lifecycle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1737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679192"/>
            <a:ext cx="9326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7919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679192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integration challenges — the four walls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18104"/>
            <a:ext cx="173736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118104"/>
            <a:ext cx="93268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1810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118104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wrapper pattern: Salesforce, ServiceNow, SAP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57016"/>
            <a:ext cx="1737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557016"/>
            <a:ext cx="9326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5701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557016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CloudHub decision matrix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173736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3995928"/>
            <a:ext cx="93268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95928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1:20–1:40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995928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client-credentials flow in FastMCP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1737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434840"/>
            <a:ext cx="9326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3484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434840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+ retry with tenacity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73752"/>
            <a:ext cx="173736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4873752"/>
            <a:ext cx="9326880" cy="4297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87375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2:00–2:15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4873752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architecture: agent → MCP → OAuth2 → SaaS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312664"/>
            <a:ext cx="1737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5312664"/>
            <a:ext cx="9326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31266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23160" y="5312664"/>
            <a:ext cx="9189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preview · Review · Q&amp;A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A2A VS DAY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A2A: When Agents Cross Trust Boundaries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was one team, one codebase, shared state. A2A is agents from different vendors negotiating like humans 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MULTI-AGENT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TypedDict, PostgresSaver checkpoint. All agents in one process.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trust boundary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between agents; all belong to you.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Python. All import each other. Type errors caught at dev time.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everything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38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deployment, one team, one repo.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CROSS-VENDOR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its own memory. Contract is on the wire, not in code.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negotiated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mTLS, signed capability manifests. Auth is first-class.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069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calls a Node agent calls a Java agent. Interop matters.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your side 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5138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agent's SLA, deprecations, rate limits are theirs, not yours.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A2A PROTOCOL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A2A: Discovery → Task → Result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A2A spec. Three primitives: agent cards for discovery, tasks with lifecycle, message envelopes.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77724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39112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012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manifest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1965960"/>
            <a:ext cx="265176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039112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37012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capability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1965960"/>
            <a:ext cx="265176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39112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37012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submitted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0" y="1965960"/>
            <a:ext cx="201168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2039112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370125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07040" y="2834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0" y="3063240"/>
            <a:ext cx="201168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339608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FAILED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0" y="3383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0" y="3063240"/>
            <a:ext cx="265176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136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/ ARTIFACTS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39608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back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1106424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2976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ON THE AGENT CARD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7240" y="461772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09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name, description, url  — how to reach 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49834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capabilities — list of skills the agent advertises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52578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authentication — how the client must authenticate (OAuth2 metadata usually)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" y="5532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input/output modalities — text, structured data, files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DISCOVERY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Card — The Discovery Manifest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5720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/.well-known/agent.json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"Credit Bureau Agent",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"Fetches credit scores",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"url": "https://bureau.example.com/a2a",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"capabilities": [{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"get_credit_score",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"Score for an applicant"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"authentication": {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"schemes": ["oauth2"]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150876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508760"/>
            <a:ext cx="73152" cy="14630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Well-known path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19659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served at /.well-known/agent.json. Discoverable without prior knowledge.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306324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3063240"/>
            <a:ext cx="73152" cy="1463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200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upfront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35204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tells you HOW to auth before you try. No trial-and-error.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46177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4617720"/>
            <a:ext cx="73152" cy="146304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754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catalog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50749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picks a capability by name; task envelope references it.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ENTERPRISE SaaS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Walls Every Enterprise MCP Hits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ServiceNow, SAP — different APIs, same four problems. Your MCP wrapper must handle all four.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1783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8483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JWT bearer, SAML assertion, session tokens. Every SaaS has its own dance. Token refresh, expiry, rotation.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73152" cy="1783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8483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Salesforce: 100k API calls/day. ServiceNow: per-user quotas. SAP: throttled by contract. Runaway agent = burned quota.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73152" cy="17830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5079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drift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differ per tenant. Objects rename. Version bumps break integrations. Wrap and version at the MCP boundary.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88620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886200"/>
            <a:ext cx="73152" cy="1783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5079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Uptime + latency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goes down. SaaS gets slow. Your agent shouldn't take the whole workflow down with it. Circuit breakers required.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WRAPPER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as the Enterprise Adapter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server per SaaS system. Handles auth, retry, schema mapping. Your agents never touch the SaaS directly.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926080" cy="77724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39112"/>
            <a:ext cx="2926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0125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6616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1965960"/>
            <a:ext cx="402336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039112"/>
            <a:ext cx="4023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Adapter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370125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retry · schema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38328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39112"/>
            <a:ext cx="33832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2370125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REST/SOAP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MCP ADAPTER OWNS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0440"/>
            <a:ext cx="73152" cy="23317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lifecycle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OAuth2 token, caches it, refreshes 5 min before expiry.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5204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3520440"/>
            <a:ext cx="73152" cy="23317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 with exponential backoff on 5xx, 429. Circuit break on repeated failure.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5204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520440"/>
            <a:ext cx="73152" cy="23317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custom_field__c → clean_name in your Pydantic model.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15400" y="352044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15400" y="3520440"/>
            <a:ext cx="73152" cy="23317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98280" y="39776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call: client_id, latency, status. Feeds enterprise APM (Day 4).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SALESFORCE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 MCP Wrapper — OAuth + REST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9377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httpx, os,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FastMCP('salesforce')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_token = {'value': None, 'expires_at': 0}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_get_sf_token():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_token['expires_at'] &gt; time.time() + 300: return _token['value']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httpx.AsyncClient() as c: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await c.post(f'{os.environ["SF_URL"]}/services/oauth2/token',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data={'grant_type':'client_credentials',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'client_id':os.environ['SF_CLIENT_ID'],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'client_secret':os.environ['SF_CLIENT_SECRET']})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6418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_token.update(value=r.json()["access_token"], expires_at=time.time()+3600)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9161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_token['value']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SERVICENOW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 MCP — Incident Creation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9377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IncidentRequest(BaseModel):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short_description: str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urgency: int = 3   # 1=high, 3=low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assignment_group: str = ''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create_incident(req: IncidentRequest) -&gt; dict: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httpx.AsyncClient(auth=(os.environ['SN_USER'], os.environ['SN_PASS'])) as c: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await c.post(f'{os.environ["SN_URL"]}/api/now/table/incident',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json=req.model_dump())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r.raise_for_status()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6418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{'sys_id': r.json()['result']['sys_id'],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9161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'number': r.json()['result']['number']}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SAP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MCP — OData with X-CSRF-Token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9377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SAP OData: GET with X-CSRF-Token: fetch → get token → POST with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create_purchase_order(vendor_id: str, amount: float) -&gt; dict: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httpx.AsyncClient(auth=SAP_AUTH) as c: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1: fetch CSRF token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 = await c.get(f'{SAP_URL}/PurchaseOrders',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headers={'X-CSRF-Token': 'fetch'})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token = head.headers['X-CSRF-Token']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2: POST with token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await c.post(f'{SAP_URL}/PurchaseOrders',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headers={'X-CSRF-Token': token},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json={'VendorID': vendor_id, 'Amount': amount})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6418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r.json()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BUILD vs BUY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MuleSoft CloudHub Decision Matrix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508760"/>
            <a:ext cx="39776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508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MCP (build)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88620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5087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(buy)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9280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892808"/>
            <a:ext cx="39776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92808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 per SaaS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1892808"/>
            <a:ext cx="388620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89280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days per SaaS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9631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handling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2496312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49631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implement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496312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49631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connectors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099816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09981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099816"/>
            <a:ext cx="39776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099816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hours + hosting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3099816"/>
            <a:ext cx="388620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09981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Per-connector license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0332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systems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703320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703320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REST/SOAP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3703320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7033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Anypoint catalog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068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4306824"/>
            <a:ext cx="39776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306824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your own APM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80960" y="4306824"/>
            <a:ext cx="388620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430682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Anypoint Monitoring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910328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9103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0" y="4910328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4910328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SaaS systems, deep custom logic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80960" y="4910328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491032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SaaS, standard patterns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build custom MCP for &lt; 5 systems. Reach for MuleSoft when you're integrating 10+ and patterns are standard.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AUTHENTICATION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Options for Enterprise MCP Servers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45720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46304" cy="146304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string in a header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46304" cy="146304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for: internal networks, dev environments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146304" cy="146304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OK for: multi-tenant, external exposure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146304" cy="146304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is manual and painful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87452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874520"/>
            <a:ext cx="352044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Client Credentials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4231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default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28803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 + secret exchanged for short-lived token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5661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auto-refresh; auditable per-client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42519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for: service-to-service (agent to SaaS)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49377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you'll build in the lab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187452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874520"/>
            <a:ext cx="352044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24231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high-security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9600" y="28803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present certificates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35661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for: regulated industries, gov, financial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42519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overhead: cert lifecycle, rotation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49377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worth it below FSI/gov requirements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OAUTH2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Client Credentials — The 5-Step 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77724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39112"/>
            <a:ext cx="2468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70125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5176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39112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37012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endpoint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265176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039112"/>
            <a:ext cx="26517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Resource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37012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88036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880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/token with client_id + secret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24612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246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access_token + expires_in (e.g., 3600s)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611880"/>
            <a:ext cx="256032" cy="25603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611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/api/resource  Authorization: Bearer &lt;access_token&gt;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256032" cy="25603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3977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resource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34340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3434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expiry (5 min buffer): cache new token; refresh proactively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cache the token in memory, refresh 5 minutes before expiry, NEVER on every request. That's what breaks quota.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Token Cache —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9377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httpx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TokenCache: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 self.value = None; self.expires_at =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get(self, token_url, client_id, client_secret):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self.value and self.expires_at &gt; time.time() + 300: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self.value  # 5 min buffer before expiry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with httpx.AsyncClient() as c: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 = await c.post(token_url, data={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'grant_type': 'client_credentials',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'client_id': client_id, 'client_secret': client_secret})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r.raise_for_status().json()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6418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self.value, self.expires_at = data['access_token'], time.time() + data['expires_in']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59161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self.value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RESILIENCE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Breaker: Fail Fast, Recover Cleanly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downstream is down, stop hitting it. Wait. Try again. Don't cascade the failure into your agent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92608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4832"/>
            <a:ext cx="2926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15845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2926080" cy="77724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084832"/>
            <a:ext cx="2926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2415845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immediately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292608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084832"/>
            <a:ext cx="2926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HALF-OPEN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2415845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request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11064240" cy="2788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00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MACHINE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11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CLOSED → OPEN: after N consecutive failures (e.g. 5), stop calling. Fail fast on every subsequent call.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OPEN → HALF-OPEN: after cooldown period (e.g. 30s), let ONE request through.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HALF-OPEN → CLOSED: that request succeeded. Downstream recovered. Resume normal traffic.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HALF-OPEN → OPEN: that request failed. Downstream still sick. Extend cooldown, try again later.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RETRY + BREAKER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Tenacity: Retry with Exponential Backoff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93776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tenacity import retry, stop_after_attempt, wait_exponential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tenacity import retry_if_exception_type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@retry(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stop=stop_after_attempt(4),                # 4 attempts max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wait=wait_exponential(multiplier=1, min=1, max=10),  # 1s, 2s, 4s, 8s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retry=retry_if_exception_type((httpx.TimeoutException, httpx.HTTPStatusError)),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reraise=True)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call_salesforce_with_retry(url, token):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httpx.AsyncClient(timeout=5.0) as c: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await c.get(url, headers={'Authorization': f'Bearer {token}'})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r.raise_for_status()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56418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r.json()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COMPLETE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Full Stack: Agent → OAuth → SaaS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434840" y="1691640"/>
            <a:ext cx="3291840" cy="6400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34840" y="1764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34840" y="202448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orchestration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8076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2606040"/>
            <a:ext cx="329184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Adapter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293888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per SaaS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5256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292608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Cache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4472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lifecycle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3611880"/>
            <a:ext cx="329184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685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Breaker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394472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 + state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0" y="3611880"/>
            <a:ext cx="292608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94472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export (Day 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6696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292608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45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90484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6B3FA0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4572000"/>
            <a:ext cx="329184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645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490484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6B3FA0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86800" y="4572000"/>
            <a:ext cx="292608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4645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90484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6B3FA0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MCP adapter handles its own auth + retry + logging. The agent stays clean — no vendor SDK imports, no auth code.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14  ·  BOUNDARY OBSERVABILITY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Log at the MCP Boundary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SaaS call is a potential failure surface. Log enough to debug at 3am without the SaaS vendor's support portal.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2219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client_id, tool_name, arg summary (no PII), timestamp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73152" cy="8686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63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1821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status_code, latency_ms, retry_count, breaker_state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73152" cy="8686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142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class, response body head, correlation_id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846320"/>
            <a:ext cx="73152" cy="8686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83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5102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token_source (cache vs fresh), expires_in, refresh_triggered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HANDS-ON LAB  ·  SANDBOX READY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Salesforce-style MCP Wrapper with OAuth2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Build a mock OAuth2 token endpoint (in-notebook httpx server)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TokenCache class: proactive refresh 5 min before expiry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FastMCP tool that fetches a token, calls the SaaS, handles 401 → refresh → retry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Resilience Layer (~/agentic-lab/day3/lab2_circuit_breaker.ipynb)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295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Simulated flaky downstream — random 500s, timeouts, slow responses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@retry with tenacity: 4 attempts, exponential 1s→10s backoff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circuit breaker: 5 failures → OPEN for 30s → HALF-OPEN test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Observe LangSmith traces for retry and breaker state transitions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~/agentic-lab/day3/lab1_saas_mcp.ipynb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FRAMING   ~60 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   ~75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Q&amp;A   ~15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3  ·  Session 3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crosses trust boundaries — auth is first-class, not an afterthought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5059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24505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adapter pattern: one server per SaaS, handles auth + retry + schema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7355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32735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client-credentials with token cache: refresh 5 min before expiry, never per-request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" y="40965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states: CLOSED → OPEN → HALF-OPEN → CLOSED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9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49194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tenacity: exponential backoff, cap at 4 attempts, cap at 10s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5212080" cy="44348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· Observability &amp; Resilience at 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LangSmith beyond dev: production trace strategy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OpenTelemetry for unified observability (Azure Monitor, Datadog)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Prompt injection defense + red teaming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Chaos drills + programme wrap-up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· A2A &amp; Enterprise Integration</dc:title>
  <dc:subject>PptxGenJS Presentation</dc:subject>
  <dc:creator>PptxGenJS</dc:creator>
  <cp:lastModifiedBy>PptxGenJS</cp:lastModifiedBy>
  <cp:revision>1</cp:revision>
  <dcterms:created xsi:type="dcterms:W3CDTF">2026-07-21T16:13:05Z</dcterms:created>
  <dcterms:modified xsi:type="dcterms:W3CDTF">2026-07-21T16:13:05Z</dcterms:modified>
</cp:coreProperties>
</file>