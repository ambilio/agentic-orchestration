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BA Workflow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Capstone Kickoff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3.B  ·  2.5 Hours  ·  Multi-agent orchestration + Shark Tank capstone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day. Everything you've learned combines into one supervisor-orchestrated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 Then you pitch your capstone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4892040"/>
            <a:ext cx="960120" cy="9601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4892040"/>
            <a:ext cx="960120" cy="96012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4892040"/>
            <a:ext cx="960120" cy="9601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4892040"/>
            <a:ext cx="96012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SESSION OVERVIEW  ·  2.5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3.B recap — where we've been (Days 5-7)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86000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for BA workflows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770632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0:30–0:55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77063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example: Q4 review pipeline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255264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0:55–1:15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255264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considerations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739896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1:15–1:35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739896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for full workflows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224528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1:35–2:00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422452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brief + team formation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709160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2:00–2:20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70916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kickoff lab — design your system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5193792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2:20–2:30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519379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wrap · Shark Tank preview · Next steps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TRACK 3.B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5-7: What You've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0" cy="7772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Text-to-SQL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80360"/>
            <a:ext cx="73152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Extraction &amp; Documentation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94760"/>
            <a:ext cx="73152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7947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Synthesis &amp; Reporting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709160"/>
            <a:ext cx="73152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091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70916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 &amp; Capstone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connect all three into ONE workflow. Then design your own.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MULTI-AGENT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 Orchestrates Specialists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this pattern from Day 2. Same shape, new specialists — the Day 5, 6, 7 agents.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34840" y="1965960"/>
            <a:ext cx="329184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089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807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525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2926080" cy="7772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skills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3154680"/>
            <a:ext cx="329184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skills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0" y="3154680"/>
            <a:ext cx="292608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Synth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skills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80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4984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34840" y="4206240"/>
            <a:ext cx="3291840" cy="77724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251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session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SUPERVISOR OWNS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" y="566928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0644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Routing (which specialist next), termination (when done), state (typed contract), error handling (retry vs escalate).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STATE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Schema for a BA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TypedDict, Annotated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operator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BASessionState(TypedDict):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request: str                              # 'Q4 review'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Data-query agent outputs (Day 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sql_queries: Annotated[list, operator.add]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sql_results: Annotated[list, operator.add]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Requirements agent outputs (Day 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requirements: list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Report agent outputs (Day 7)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insights: 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final_report: str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Supervisor 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current_agent: str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completed: Annotated[list, operator.add]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END-TO-END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'Give me a Q4 review' — What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parses request → routes to Data 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96596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9659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9659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generates + runs SQL for 6 KPIs (Day 5 pattern)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7180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sees SQL results → routes to Requirements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97180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97180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9718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2971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agent recalls stated goals from prior meetings (Day 6)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7764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776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sees both → routes to Report agent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97764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97764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9776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397764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 extracts insights, drafts memo, generates charts (Day 7)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98348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9834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97280" y="4983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triggers HITL for exec review → pause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983480"/>
            <a:ext cx="5394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4983480"/>
            <a:ext cx="457200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9834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75120" y="4983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 → publish; supervisor terminates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Production-Grade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bounded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has token budget. Supervisor tracks cumulative. Hard cap on end-to-end spend.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bounded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SLA: 60s for interactive, 5min for scheduled. Timeout at each specialist.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isolated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failure ≠ session failure. Retry, degrade to partial output, or escalate to human.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complete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by every agent logged. LangSmith + OTel from Day 4. Retention meets compliance.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HITL PLACEMENT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Humans Stay in the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HITL adds latency. Only where the stakes justify it. Track 3.B examples: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8686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ambiguity (Day 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057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 you mean customer name or product name?' — 1 second cost, prevents wrong answer.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26080"/>
            <a:ext cx="73152" cy="8686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17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conflict (Day 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017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'PM said X, Tech Lead said Y — resolve.' — hours saved by NOT guessing.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73152" cy="8686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7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sign-off (Day 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3977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review before publish. Non-negotiable for external-facing reports.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846320"/>
            <a:ext cx="73152" cy="8686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37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threshold (Day 8)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9377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session projected to cost $50 — approve?' — prevents runaway loops.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Multi-Agent Workflows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per-agent evaluation (Days 5-7). End-to-end needs different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golden request, does the final report reach the correct conclusion? Score against a labeled reference.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tokens + latency across all agents. Compare against single-agent baselines.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sessions needed human input? Too high = friction. Too low = errors leak.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success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specialist fails, does the supervisor recover? Chaos-drill this monthly.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 BA Workflow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1-2 friendly BAs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workload, close feedback loop. 2-4 week cycle.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to real data — read replica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5 principle. Never prod write DB.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opens tool from chat. Report delivered as thread.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auto-publish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reports posted with traceability appendix.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golden regression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canonical requests run nightly. Alert on quality drop.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9536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chaos drill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specialist mid-session. Verify supervisor recovers.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Capstone Project — Shark Tank Format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2-3. Pick a real BA problem. Design an agent system. Pitch it in 5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 workflow at your company that currently takes 4+ hours weekly and could be automated.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3310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agents? Which tools? Which state? Where is HITL? Where does it fail gracefully?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68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96849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on realistic (redacted) data — not a demo of one prompt.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626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46268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Shark Tank. Problem, solution, demo, business impact. Judges ask 3 questions.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52852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on: real value, technical soundness, presentation clarity, ROI defense.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PROBLEM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Pick a Winning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7315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or a colleague spends 4+ hours weekly on it. Not hypothetical.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61488"/>
            <a:ext cx="73152" cy="7315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529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852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workflow, not 'improve BA productivity'. Scope small enough to actually build in 2 weeks.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57016"/>
            <a:ext cx="73152" cy="73152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484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Data-accessible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6484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get realistic (redacted) sample data. Don't pick a workflow blocked by data access.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52544"/>
            <a:ext cx="73152" cy="7315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439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Impact-visible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44439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time or cost measurably. 'Analyst can do X in 20 min instead of 3 hours.'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48072"/>
            <a:ext cx="73152" cy="73152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395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IP-blocking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52395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your legal team will veto. Public data or your own team's process.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Rubric — Must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schema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with Annotated reducers where multiple agents write to same field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minimum a supervisor + one specialist. Prefer 3-4 total.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96596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external tool exposed via MCP wrapper (Day 2 pattern)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96596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196596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72600" y="20116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guardrail, output validator, or injection defense — pick appropriate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interrupt_before with defined resume payload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977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97764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9476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4480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output traces to source — SQL row, requirement, or fetched fact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977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97764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480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@traceable OR OTel spans on key nodes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15400" y="39776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3977640"/>
            <a:ext cx="384048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37260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098280" y="4480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golden test cases with expected outputs. Show pass rate.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JUDGING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Sharks Will Score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value (30%)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solve a real problem worth solving? Would you pay for it? Would your team adopt it?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soundness (30%)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architecture. Guardrails present. Failure handling. Observability wired.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(20%)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problem statement. Live demo works. Explains trade-offs honestly. Answers questions crisply.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defense (20%)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(concrete hours), cost saved ($), quality improvement measurable. Numbers, not adjectives.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5-Minute Pitch Format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0:00-0:45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057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suffers? How long does it take today? What's the cost? Real names, real hours.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51760"/>
            <a:ext cx="13716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0:45-1:30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architecture in one diagram. Which agents. Which data. Which guardrails.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13716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37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1:30-3:30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real query. Show it working end-to-end. Include the HITL pause + resume.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13716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3:30-4:15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DOESN'T it do? Where does it fail? What would you build next?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09160"/>
            <a:ext cx="13716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09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4:15-5:00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4800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4800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per week. Dollars saved. Quality gain. If pilot → rollout, what's the plan?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94960"/>
            <a:ext cx="13716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394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5486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5486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Sharks ask 3 questions. Answer crisply. 'I don't know' beats 'I think maybe'.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Formation Guidance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2-3. Not solo. Not 4+. Two weeks to build. One presentation 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060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strengths: one strong on code, one on domain, one on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49300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83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agree on the problem before the tech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27024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60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Timezone/schedule compatibility for 2-3 hrs/week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504748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937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 willing to own the demo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271576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6060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don't agree on the problem — first meeting is design fights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349300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3832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wants to code, no one owns writing or demo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27024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1605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teams — burn out, no cross-check on design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504748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9377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teams — coordination overhead eats build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If You're Stuck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ops report generator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volumes, SLA compliance, top drivers. Runs Monday morning.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meeting brief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client name, pulls contract data, recent tickets, past feedback → 1-page brief.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96596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103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Requirements-to-JIRA bridge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 → extracted requirements → JIRA tickets with acceptance criteria.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14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 checker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draft report, flags claims not backed by data. Guardrail-heavy.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977640"/>
            <a:ext cx="73152" cy="182880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114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pipeline snapshot → insights ('these 3 deals slipping') → GTM lead review.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3977640"/>
            <a:ext cx="73152" cy="1828800"/>
          </a:xfrm>
          <a:prstGeom prst="rect">
            <a:avLst/>
          </a:prstGeom>
          <a:solidFill>
            <a:srgbClr val="CA6500"/>
          </a:solidFill>
          <a:ln w="12700">
            <a:solidFill>
              <a:srgbClr val="CA6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4114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change impact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redlined contract, extracts changes and estimates ops impact.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 to Shark Tank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219456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1-2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057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teams. Pick problem. Draft one-paragraph problem statement + expected impact.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24328"/>
            <a:ext cx="219456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2432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3-4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715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71576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architecture diagram. Get sample data (redacted). Pin the state schema.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82696"/>
            <a:ext cx="219456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826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33741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demo path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37413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check-in with instructor. Confirm demo scenario. Decide golden test cases.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41064"/>
            <a:ext cx="219456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4106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1-3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40325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03250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pipeline. Guardrails. HITL. Observability wired.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99432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599432"/>
            <a:ext cx="219456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99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4690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rehearse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69087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the 5-min pitch. Time it. Rehearse the demo 3× — it will break in front of judges.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57800"/>
            <a:ext cx="2194560" cy="5943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257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Day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5349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Tank Day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53492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Pitches. Q&amp;A. Judges deliberate. Winner + honorable mentions announced.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 ·  HANDS-ON LAB  ·  SANDBOX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Multi-Agent BA Workflow (end-to-end demo)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Load the supervisor + 3 specialist skeleton (Data / Requirements / Report)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Run against a sample Q4 request end-to-end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Watch state flow through all agents; verify traceability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Capstone Design Kickoff (~/agentic-lab/day8/lab2_capstone_design.ipynb)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2958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Team fills in: problem statement, state schema, agent list, HITL points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One golden test case with expected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Design doc auto-generated as markdown — 1 page for instructor review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~/agentic-lab/day8/lab1_capstone_kickoff.ipynb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6263640"/>
            <a:ext cx="11064240" cy="457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Wrap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reuses Day 2's supervisor pattern — new specialists, same shape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needs cost caps, latency SLAs, failure isolation, and audit logging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only where stakes justify it — ambiguity, conflict, sign-off, cost threshold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real problem, working prototype, 5-min pitch — Shark Tank in 2 weeks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complete. You can build production agent systems. Go do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94960"/>
            <a:ext cx="91440" cy="10515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68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Shark Tank Day · 2 weeks from now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Team formation this week   › Design doc by Day 5   › Working prototype by Week 2 Day 3   › Pitches Week 2 Day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· End-to-End BA Workflow &amp; Capstone</dc:title>
  <dc:subject>PptxGenJS Presentation</dc:subject>
  <dc:creator>PptxGenJS</dc:creator>
  <cp:lastModifiedBy>PptxGenJS</cp:lastModifiedBy>
  <cp:revision>1</cp:revision>
  <dcterms:created xsi:type="dcterms:W3CDTF">2026-07-29T02:51:30Z</dcterms:created>
  <dcterms:modified xsi:type="dcterms:W3CDTF">2026-07-29T02:51:30Z</dcterms:modified>
</cp:coreProperties>
</file>