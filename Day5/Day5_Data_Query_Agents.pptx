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 &amp;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Text-to-SQL Agents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3.B  ·  2.5 Hours  ·  BA workflows automated by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we can build agents (Track 3.A), we point them at business analysis work.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5: agents that understand data and answer questions in SQL.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4892040"/>
            <a:ext cx="960120" cy="9601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4892040"/>
            <a:ext cx="960120" cy="96012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4892040"/>
            <a:ext cx="960120" cy="9601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Awareness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4892040"/>
            <a:ext cx="96012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Guardrails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SESSION OVERVIEW  ·  2.5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3.B kickoff · what changes vs Track 3.A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86000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 workflow: understand → query → verify → report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770632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0:25–0:45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77063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as an agent primitive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255264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255264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Text-to-SQL: schema-aware prompting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739896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739896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guardrails: whitelist, cost, safety, LIMIT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224528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1:30–1:50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422452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Ambiguity: when the agent asks vs when it guesses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709160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70916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hallucination detection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5193792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2:10–2:30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519379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Review · Q&amp;A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TRACK 3.A → 3.B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Toolkit. New Application.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LangGraph, MCP, OAuth2, resilience patterns. Track 3.B: point that toolkit at BA workflows.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machines, PostgresSaver, HITL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17296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as the tool-exposure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67588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LLM gateway, same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~/agentic-lab/.env, docker Postgres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68172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617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+ LangSmith observability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518464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120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267004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analysts asking questions, not applying for loans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17296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carries schema, query drafts, verification results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67588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SQL runners, profilers, chart generators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417880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failure mode: hallucinated columns, wrong joins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468172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617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guardrail: cost / row-count / write-blocking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518464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5120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measured in analyst-time saved, not just accuracy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THE BA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Business Analyst Actually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automate it, understand it. BA work has four phases. Agents intervene at 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2651760" cy="4572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exists? What does each column mean? What's a normal value? Traditional: hours of docs. Agent: minutes of profiling.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965960"/>
            <a:ext cx="265176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8620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'Show me revenue by region for Q4'. Traditional: write SQL. Agent: text-to-SQL with schema grounding.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965960"/>
            <a:ext cx="2651760" cy="4572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number correct? Did the join lose rows? Traditional: manual checks. Agent: automated sanity + reasoning trace.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1965960"/>
            <a:ext cx="2651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6404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9828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numbers into narrative. Traditional: slide-by-slide. Agent: draft synthesis + charts.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DATA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Profiling: The Foundation of Everything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agent can query, it must know: what tables exist, what each column contains, what values are typical.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114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PROFILING AGENT COLLECTS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606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columns, types, foreign keys, indexes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154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counts, distinct values per column, null rates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Min/max/mean/percentiles for numerics; top-N for categoricals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inference: 'ord_amt' → 'order amount in USD'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4800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foreign keys + join cardinalities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5349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timestamp per fact table — 'is this data fresh?'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PROFILING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Extraction with psycopg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psycopg, 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ColumnProfile(BaseModel):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dtype: str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null_rate: float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distinct_count: 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sample_values: list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profile_table(conn, table: str) -&gt; list[ColumnProfile]: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conn.cursor() as cur: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cur.execute("SELECT column_name, data_type FROM information_schema.columns"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 WHERE table_name = %s", (table,))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cols = cur.fetchall()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[_profile_column(conn, table, name, dt) for name, dt in cols]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TEXT-TO-SQL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Text-to-SQL: The Three Failure Modes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text-to-SQL gets 30% right in production. Not from model weakness — from missing structure. Fix the structure.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2344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Hallucinated columns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invents 'customer_lifetime_value' because it exists in training data. Fix: constrain to actual schema.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91840"/>
            <a:ext cx="73152" cy="12344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29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join direction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vs INNER changes row counts by 40%. Model doesn't know which is right without join cardinality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617720"/>
            <a:ext cx="73152" cy="1234440"/>
          </a:xfrm>
          <a:prstGeom prst="rect">
            <a:avLst/>
          </a:prstGeom>
          <a:solidFill>
            <a:srgbClr val="CA6500"/>
          </a:solidFill>
          <a:ln w="12700">
            <a:solidFill>
              <a:srgbClr val="CA6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A6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aggregation errors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 SUM(revenue) without GROUP BY. Runs fine, returns nonsense. Fix: verify + explain.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SCHEMA GROUNDING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the Model with Actual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your profiling step: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SCHEMA_CONTEXT = '''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orders(order_id INT PK, customer_id INT FK, order_date DATE, total_usd DECIMAL)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customers(customer_id INT PK, region VARCHAR, signup_date DATE)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values: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region: 'NA', 'EU', 'APAC'  |  order_date: 2024-01-01 to 2024-12-31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counts: orders=1.2M, customers=45K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f'''You are a SQL analyst. Use ONLY these tables/columns: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{SCHEMA_CONTEXT}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{user_question}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with a single Postgres SELECT. No writes. No DDL.'''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Guardrails: Never Execute Naively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goes through validation BEFORE it hits the database. Every layer catches a different attack.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blocking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anything that isn't SELECT. Parse the SQL, check the AST.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965960"/>
            <a:ext cx="73152" cy="1783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1031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whitelist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tables the analyst is allowed to query. Rejects information_schema leaks.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965960"/>
            <a:ext cx="73152" cy="1783080"/>
          </a:xfrm>
          <a:prstGeom prst="rect">
            <a:avLst/>
          </a:prstGeom>
          <a:solidFill>
            <a:srgbClr val="CA6500"/>
          </a:solidFill>
          <a:ln w="12700">
            <a:solidFill>
              <a:srgbClr val="CA6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031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6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 injection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468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Auto-append LIMIT 1000 if none present. Prevents runaway result sets.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31920"/>
            <a:ext cx="73152" cy="1783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before EXECUTE. If cost &gt; threshold, ask user before running.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931920"/>
            <a:ext cx="73152" cy="1783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4348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statement_timeout — hard cap on runtime.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393192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931920"/>
            <a:ext cx="73152" cy="1783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count sanity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5320" y="44348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result &gt; 100K rows, warn. Ask for aggregation.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GUARDRAIL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Validation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sqlglot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ALLOWED_TABLES = {'orders', 'customers', 'products'}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validate_sql(sql: str) -&gt; str: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parsed = sqlglot.parse_one(sql, read='postgres')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parsed.key != 'select':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ValueError('Only SELECT allowed')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tables = {t.name for t in parsed.find_all(sqlglot.exp.Table)}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tables.issubset(ALLOWED_TABLES):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ValueError(f'Tables not allowed: {tables - ALLOWED_TABLES}')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Auto-append LIMIT if missing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parsed.args.get('limit'):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parsed = parsed.limit(1000)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parsed.sql()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 ·  AMBIGUITY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Ask Clarifying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'Show revenue by region' — which region: customer's, order shipping, billing? A good agent asks. A bad agent guesses.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AGENT · GUESSES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60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first column that fits the term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31012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00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uses customers.region without asking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95020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analyst gets wrong number, doesn't know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59028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480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trust erosion over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AGENT · CLARIFIES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267004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560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ambiguity: 2+ columns match 'region'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331012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200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(HITL): 'Do you mean customer or shipping region?'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95020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picks. Agent proceeds with correct field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459028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480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trust: 'the agent asks like a real analyst'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  ·  HITL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Day 1's HITL Pattern for Clarification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interrupt_before pattern from Day 1 — new use case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BAState(TypedDict):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str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ambiguity: dict          # ambiguity detector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human_disambiguation: dict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final_sql: str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detect_ambiguity(state):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candidates = match_columns(state['question'], schema)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len(candidates) &gt; 1: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{'ambiguity': {'candidates': candidates}}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{'ambiguity': {}}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builder.compile(interrupt_before=['clarify_with_human'])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  · 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Answer Before Returning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a number. Is it correct? Two agents check: one runs the SQL, another sanity-checks the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606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join lose rows? Compare with COUNT(*) baseline.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explosion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154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nulls in a KPI = LEFT JOIN gone wrong.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plausibility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$1.2 trillion? Almost certainly wrong. Flag.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comparison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 revenue vs Q4 2023 — order-of-magnitude change is a red flag.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4800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 its own answer: 'because we filtered X, joined Y, aggregated Z.' Human reviews.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5349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low-confidence answers with 'human review recommended.'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  ·  FULL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Data-Query Agent —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9456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'revenue by region Q4'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3464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1965960"/>
            <a:ext cx="201168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samples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1965960"/>
            <a:ext cx="2011680" cy="640080"/>
          </a:xfrm>
          <a:prstGeom prst="rect">
            <a:avLst/>
          </a:prstGeom>
          <a:solidFill>
            <a:srgbClr val="CA6500"/>
          </a:solidFill>
          <a:ln w="12700">
            <a:solidFill>
              <a:srgbClr val="CA6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0664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0" y="1965960"/>
            <a:ext cx="201168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w/ schema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9264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875520" y="1965960"/>
            <a:ext cx="1737360" cy="640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0" y="2286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56032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Clarify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'which region?'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37760" y="2880360"/>
            <a:ext cx="256032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+ LIMIT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8952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772400" y="2880360"/>
            <a:ext cx="256032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+ reasoning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05256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434840" y="3794760"/>
            <a:ext cx="329184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3484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+ trace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617720"/>
            <a:ext cx="11064240" cy="12801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75488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" y="507492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21208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All nodes use Day 1-4 patterns: LangGraph state, HITL interrupt_before, MCP tools, PostgresSaver.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53212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New skills specific to Track 3.B: schema grounding, SQL guardrails, ambiguity detection.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12  ·  HALLUCINATION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in Data Agents — What &amp; How to Catch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Invented columns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parse SQL, cross-check every column against schema catalog. Fail fast.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96596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confuses 'orders' with 'transactions'. Solution: whitelist + fuzzy match warnings.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CA6500"/>
          </a:solidFill>
          <a:ln w="12700">
            <a:solidFill>
              <a:srgbClr val="CA6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6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Fabricated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INVENTS example data in its explanation. Solution: require citations to actual query results.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97764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math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states 30% growth when actual is 12%. Solution: recompute in Python, compare, alert.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13  ·  vs TRADITIONAL 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vs Tableau / PowerBI / Looker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1508760"/>
            <a:ext cx="39776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50876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88620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5087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Data-Query Agent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92808"/>
            <a:ext cx="2788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892808"/>
            <a:ext cx="3977640" cy="585216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92808"/>
            <a:ext cx="3703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dashboards, hours of 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1892808"/>
            <a:ext cx="3886200" cy="585216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892808"/>
            <a:ext cx="3611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Ad-hoc,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96312"/>
            <a:ext cx="2788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2496312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496312"/>
            <a:ext cx="3703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questions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2496312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496312"/>
            <a:ext cx="3611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 the model can compose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099816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099816"/>
            <a:ext cx="2788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099816"/>
            <a:ext cx="3977640" cy="585216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099816"/>
            <a:ext cx="3703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manually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3099816"/>
            <a:ext cx="3886200" cy="585216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3099816"/>
            <a:ext cx="3611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+ reasoning trace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03320"/>
            <a:ext cx="2788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703320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703320"/>
            <a:ext cx="3703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user adapts to tool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3703320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703320"/>
            <a:ext cx="3611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asks clarifying questions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06824"/>
            <a:ext cx="2788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4306824"/>
            <a:ext cx="3977640" cy="585216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306824"/>
            <a:ext cx="3703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+ BI engineer time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80960" y="4306824"/>
            <a:ext cx="3886200" cy="585216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4306824"/>
            <a:ext cx="3611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tokens + build time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910328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910328"/>
            <a:ext cx="2788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0" y="4910328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4910328"/>
            <a:ext cx="3703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dashboards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80960" y="4910328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4910328"/>
            <a:ext cx="3611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+ novel questions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Coexistence: BI for repeated dashboards, agents for exploration. Not either-or.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14  · 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Know Your SQL Agent Is Working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benchmarks: Spider, BIRD, Bird-critic. But real evaluation is your questions on your schema.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question 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50-100 real analyst questions with hand-written correct SQL. Track hit rate weekly.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1828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match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agent's SQL output vs golden SQL output. Rows equal? Numbers match?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Clarification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the agent ASK vs silently guess? Too high = friction. Too low = errors.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977640"/>
            <a:ext cx="73152" cy="1828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thumbs up/down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signal. Log every query + reaction. Regression when trend dips.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15  · 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a Data-Query Agent Safely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Read-replica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point at production write DB. Read replica or snapshot. Blast radius = zero.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on the connection user. Agent can't bypass what SQL can't reach.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query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to analytics: which questions repeat? Turn top-20 into cached dashboards.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per analyst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cost surprises. Cap at N queries/min per user.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hallucination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rejections + verification failures spike = model regression.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9536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golden run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Automated: run your 100 golden questions weekly. Regression breaks build.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HANDS-ON LAB  ·  SANDBOX 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Schema-Grounded Text-to-SQL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Load sample database (orders + customers + products) into Postgres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Build profile_schema() — extract tables, columns, sample values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LangGraph agent: question → SQL → validate → execute → return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 5 real questions; observe schema grounding in action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Guardrails + HITL (~/agentic-lab/day5/lab2_guardrails.ipynb)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sqlglot-based SQL validation (SELECT-only, whitelist, LIMIT injection)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Detect ambiguous columns; trigger interrupt_before for clarification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Verify results with reasoning trace; flag suspicious outputs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~/agentic-lab/day5/lab1_text_to_sql.ipynb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6263640"/>
            <a:ext cx="11064240" cy="457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Wrap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Data-query agent = profiling + text-to-SQL + guardrails + verification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grounding beats prompt engineering — feed real columns, not descriptions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 + table whitelist + LIMIT = 3 lines that prevent 90% of bad SQL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ambiguity handling turns 'wrong answer silently' into 'right answer with 1 question'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1-4 sandbox. Same LangGraph. New application.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94960"/>
            <a:ext cx="91440" cy="10515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68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 · Requirements Extraction &amp; Documentation Agents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Extract requirements from meeting transcripts   › Generate structured docs   › Compliance sign-off workflow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· Data Understanding &amp; Text-to-SQL Agents</dc:title>
  <dc:subject>PptxGenJS Presentation</dc:subject>
  <dc:creator>PptxGenJS</dc:creator>
  <cp:lastModifiedBy>PptxGenJS</cp:lastModifiedBy>
  <cp:revision>1</cp:revision>
  <dcterms:created xsi:type="dcterms:W3CDTF">2026-07-23T17:50:06Z</dcterms:created>
  <dcterms:modified xsi:type="dcterms:W3CDTF">2026-07-23T17:50:06Z</dcterms:modified>
</cp:coreProperties>
</file>