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Extraction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Agents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3.B  ·  2.5 Hours  ·  Unstructured → Structured → Signed-off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meeting transcripts to typed requirements to reviewable BRDs.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turn talk into artifacts your team can act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4892040"/>
            <a:ext cx="960120" cy="9601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03320" y="4892040"/>
            <a:ext cx="960120" cy="9601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4892040"/>
            <a:ext cx="960120" cy="9601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4892040"/>
            <a:ext cx="960120" cy="9601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5943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SESSION OVERVIEW  ·  2.5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Flow &amp;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508760"/>
            <a:ext cx="9326880" cy="292608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23160" y="1508760"/>
            <a:ext cx="9326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801368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013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180136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recap · from querying to extracting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2286000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0:10–0:25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as data: the 4 types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2770632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70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0:25–0:45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23160" y="277063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extraction pipeline: chunk → identify → 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3255264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55264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0:45–1:10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255264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with Pydantic — the extraction contract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3739896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739896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739896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Traceability: linking requirements to source utterance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224528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2452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1:30–1:50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23160" y="4224528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Deduplication, conflicts, confidence scoring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4709160"/>
            <a:ext cx="9326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70916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1:50–2:10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23160" y="4709160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 &amp; HITL sign-off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5193792"/>
            <a:ext cx="9326880" cy="4754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19379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2:10–2:30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23160" y="5193792"/>
            <a:ext cx="9189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· Review · Q&amp;A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DAY 5 → DAY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Querying Data to Extracting Meaning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assumed the data existed and was structured. Day 6: the raw material is a transcript, and structure is what you're producing.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QUERYING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analyst's natural-language question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300984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821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existing structured tables in Postgres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22776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039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SQL result set (numeric answer)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544568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425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hallucinated columns, wrong joins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5166360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0474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sqlglot SQL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3492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65960"/>
            <a:ext cx="5349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EXTRACTING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67919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meeting transcript / call / doc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00984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1821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unstructured conversation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922776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8039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typed requirements + document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544568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44256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mode: missed requirements, fabricated ones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166360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50474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source-utterance traceability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 ·  REQUIREMENTS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Are Typed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extract what you can't name. Four types cover 95% of what shows up in a discovery meeting.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2651760" cy="4572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does. 'Users must be able to filter orders by date range.' Actionable, testable, unambiguous.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65960"/>
            <a:ext cx="265176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does it. 'API response under 200ms for 95th percentile.' Latency, throughput, availability.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'Reduce manual reconciliation from 4 hours to 30 minutes.' KPI, ROI, constraint.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1965960"/>
            <a:ext cx="26517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0" y="1965960"/>
            <a:ext cx="2651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1965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criteria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98280" y="2606040"/>
            <a:ext cx="2331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done. 'Given a valid CSV, when uploaded, then 100% of rows import.' Given/When/Then.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  ·  THE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Pipeline — Five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it in one prompt. Break the work into stages the model handles reliably.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9659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Chunk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transcript into speaker turns or time windows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196596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34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claims/decisions/asks — filter out chatter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2194560"/>
            <a:ext cx="19659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Classify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one of the 4 requirement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2194560"/>
            <a:ext cx="196596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into Pydantic schema — typed fields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92640" y="2194560"/>
            <a:ext cx="196596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Verify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92640" y="301752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Source-utterance link + confidence + dedup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1064240" cy="96012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1208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STAGE THE PIPELINE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553212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66928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One-shot 'extract all requirements from this transcript' has 40% recall. Staged pipeline hits 85%.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  ·  CHUNKING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Split a Transcript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boundaries decide what the model sees together. Bad chunks = missed requirements.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· FIXED CHAR 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mid-sentence, mid-speaker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31012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spans two chunks — missed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95020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 need X' in chunk 1, 'that must be under $10k' in chunk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590288"/>
            <a:ext cx="137160" cy="13716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480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fragments, extracts noise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949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659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· SEMANTIC BOUNDARIES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267004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5603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speaker turn OR topic change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31012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adjacent chunks by 1-2 turns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95020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840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requirement + immediate context in same chunk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590288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480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coherent discussion units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4  ·  THE EXTRACTION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Schema for a Requirement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3492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Literal, Optional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enum import Enum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Requirement(BaseModel):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str                        # 'REQ-001'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Literal['functional','non_functional','business','acceptance']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statement: str                 # the requirement itself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Literal['must','should','could','wont']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1605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source_utterance: str          # verbatim quote from transcript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source_speaker: str            # 'PM' | 'Eng Lead' | ...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= Field(ge=0.0, le=1.0)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 list[str] = []     # other REQ ids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5  ·  EXTRACTION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with Structured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3492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ChatOpenAI(model='anthropic/claude-sonnet-4.5', temperature=0)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Extraction(BaseModel):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requirements: list[Requirement]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structured_llm = llm.with_structured_output(Extraction)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extract_from_chunk(chunk: str) -&gt; list[Requirement]: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f'''Extract requirements from this transcript chunk.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7091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requirements typed as functional/non_functional/business/acceptance.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9834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 source_utterance verbatim.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257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Skip chatter, questions, undecided items.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806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Chunk:\n{chunk}'''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6080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structured_llm.invoke(prompt).requirements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6  ·  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Requirement Traces to Its Source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system must support SSO' — who said that, when? Without traceability, requirements become hearsay.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SOURCE-UTTERANCE MATTERS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me where this was decided.' Point to the exact line + speaker.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catch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invents a requirement → verbatim quote doesn't exist in source → flag.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'Did the PM actually say this, or is it your interpretation?' Answer with proof.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requirement changes, you can point to the meeting where it evolved.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audit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5166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industries, the trace IS the compliance artifact.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7  ·  DEDUP &amp; CONFLICT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Requirement, Said Twice — Now What?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repeat, restate, contradict. Your extraction pipeline must resolve these before they hit the doc.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783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requirement stated in different words. Merge. Keep both source utterances.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783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mention adds detail ('under $10k'). Merge; take the more specific version.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1783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690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33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'Must support SSO' vs 'no auth for MVP'. FLAG. Don't guess. Human resolves.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31920"/>
            <a:ext cx="53949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31920"/>
            <a:ext cx="73152" cy="1783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6908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'Actually, scratch that.' Detect explicit retraction. Mark as withdrawn, keep for audit.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8  ·  CONFIDENCE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Requirements Are Equal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reports its own confidence. Low-confidence requirements go to review queue, not into the BRD directly.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402336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RULES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(0.8-1.0)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statement, clear ownership, no ambiguity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0" y="3017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Auto-include in BRD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(0.5-0.8)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requirement, or spoken as suggestion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Include with 'Draft — needs review' tag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(0.0-0.5)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Speculative, uncertain speaker, 'maybe we should'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0" y="5212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Send to review queue; ask stakeholder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9  ·  DOC GENERATION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Requirements to Documents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extracted set, three deliverables. Format is a rendering concern, not a re-extraction.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356616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6207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614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overview, scope, constraints, business goals, requirements list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82219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216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narrative + tables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4782312"/>
            <a:ext cx="137160" cy="13716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business stakeholders + engineering leads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9768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65960"/>
            <a:ext cx="356616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286207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7614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Sections: problem, users, solution, acceptance criteria, out-of-scope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82219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7216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user-story-driven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4782312"/>
            <a:ext cx="137160" cy="1371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product + engineering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1965960"/>
            <a:ext cx="356616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965960"/>
            <a:ext cx="356616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Backlog-ready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0" y="286207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276148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'As a &lt;role&gt;, I want &lt;capability&gt; so that &lt;benefit&gt;'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0" y="382219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37216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JIRA-style, one per functional req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4782312"/>
            <a:ext cx="137160" cy="13716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58200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engineering + QA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10  ·  TEMPLATES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Templates as Prompts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5349240"/>
          </a:xfrm>
          <a:prstGeom prst="rect">
            <a:avLst/>
          </a:prstGeom>
          <a:solidFill>
            <a:srgbClr val="141824"/>
          </a:solidFill>
          <a:ln w="12700">
            <a:solidFill>
              <a:srgbClr val="1418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1064240" cy="256032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A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BRD_TEMPLATE = '''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Business Requirements Document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Overview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{overview}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2. Functional Requirements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{functional_table}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3. Non-Functional Requirements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{nfr_table}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4348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9834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render_brd(reqs: list[Requirement]) -&gt; str: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BRD_TEMPLATE.format(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53212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overview=generate_overview(reqs),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58064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functional_table=format_table([r for r in reqs if r.type=='functional']),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608076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E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nfr_table=format_table([r for r in reqs if r.type=='non_functional']))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11  ·  HITL SIGN-OFF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Compliance-Grade Approval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regulated industries (finance, healthcare, gov), a human must sign every requirement. HITL is table stakes.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286000" cy="77724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108960" y="1965960"/>
            <a:ext cx="2286000" cy="77724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doc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0" y="1965960"/>
            <a:ext cx="2286000" cy="7772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Pause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0" y="1965960"/>
            <a:ext cx="338328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revise / reject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212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434840" y="3246120"/>
            <a:ext cx="329184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3566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+ version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089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5256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329184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extract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21040" y="3794760"/>
            <a:ext cx="329184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210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+ reason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84632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" y="5166360"/>
            <a:ext cx="1060704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25780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Same interrupt_before + invoke(None, config) resume pattern from Day 1.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5623560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Reviewer's decision + timestamp + user_id stored in state → audit-ready.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12  ·  MULTI-STAKEHOLDER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Reviewers, Different Concerns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needs sign-off from 3-5 roles. Route each requirement to the right reviewer based on 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73152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'Does this solve the customer problem?'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61488"/>
            <a:ext cx="73152" cy="7315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529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852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— 'Can we hit these SLAs? At what cost?'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57016"/>
            <a:ext cx="73152" cy="73152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4845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Sponsor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648456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— 'Does the ROI still make sense?'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352544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52544"/>
            <a:ext cx="73152" cy="7315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439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Lead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443984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— 'Are these testable? Complete?'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148072"/>
            <a:ext cx="110642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148072"/>
            <a:ext cx="73152" cy="73152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395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33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523951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requirement flagged 'regulated' — audit trail required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13  ·  FULL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Requirements-Agent —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meeting/call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1691640"/>
            <a:ext cx="182880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1691640"/>
            <a:ext cx="228600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reqs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0664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1691640"/>
            <a:ext cx="2194560" cy="6400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+ Conflict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0116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flag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755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966960" y="1691640"/>
            <a:ext cx="164592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669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8076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434840" y="2880360"/>
            <a:ext cx="3291840" cy="64008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3484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template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434840" y="3794760"/>
            <a:ext cx="329184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3840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Sign-off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3484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10896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08076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52560" y="4343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2926080" cy="64008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34840" y="4663440"/>
            <a:ext cx="3291840" cy="64008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4709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Loop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4983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extract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86800" y="4663440"/>
            <a:ext cx="2926080" cy="640080"/>
          </a:xfrm>
          <a:prstGeom prst="rect">
            <a:avLst/>
          </a:prstGeom>
          <a:solidFill>
            <a:srgbClr val="B33314"/>
          </a:solidFill>
          <a:ln w="12700">
            <a:solidFill>
              <a:srgbClr val="B333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4709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86800" y="4983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reuses Day 1-4 primitives. Only NEW concepts: chunking, dedup, template rendering.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14  · 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Evaluate a Requirements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quality is measured against a labeled reference set. Same golden set idea as Day 5, different measure.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65960"/>
            <a:ext cx="73152" cy="1828800"/>
          </a:xfrm>
          <a:prstGeom prst="rect">
            <a:avLst/>
          </a:prstGeom>
          <a:solidFill>
            <a:srgbClr val="1F5F9E"/>
          </a:solidFill>
          <a:ln w="12700">
            <a:solidFill>
              <a:srgbClr val="1F5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30 real requirements in the transcript, how many did the agent find? Miss rate is your enemy.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965960"/>
            <a:ext cx="73152" cy="18288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6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51460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32 requirements the agent extracted, how many are real (vs. fabricated)? Hallucination rate.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77640"/>
            <a:ext cx="73152" cy="182880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8A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classify each requirement correctly (functional vs NFR)?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97764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977640"/>
            <a:ext cx="73152" cy="18288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req points to a real utterance? Random-audit 10, check every quote.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15  · 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Agent Fits in Your Org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Teams, Fireflies transcripts feed the agent nightly. BRD draft ready by morning.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workbench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opens tool, uploads transcript, gets typed reqs with source links in 60 seconds.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95360" y="201168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JIRA/Confluence sync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51460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requirements auto-create JIRA tickets. Traceability links back to source doc.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pipeline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projects: agent output becomes evidence artifact. Sign-off recorded.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workshops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runs workshop, agent transcribes + extracts in real time. Retrospective built-in.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9536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75320" y="4526280"/>
            <a:ext cx="32461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drifts across meetings? Agent flags: 'This changed vs. yesterday's meeting.'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D8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·  HANDS-ON LAB  ·  SANDBOX READY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Lab — Session Build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206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F2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BRIEF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10515600" cy="18288"/>
          </a:xfrm>
          <a:prstGeom prst="rect">
            <a:avLst/>
          </a:prstGeom>
          <a:solidFill>
            <a:srgbClr val="1D3570"/>
          </a:solidFill>
          <a:ln w="12700">
            <a:solidFill>
              <a:srgbClr val="1D35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 · Extraction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Load a sample product-planning meeting transcript (~15 exchanges, 8 requirements)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6243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Chunk on speaker turns; define Pydantic Requirement schema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91693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LangGraph agent: chunk → extract → dedup → score → collect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2095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Verify traceability: every requirement's source_utterance exists in transcript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502152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2 · Document Generation + HITL (~/agentic-lab/day6/lab2_brd_signoff.ipynb)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Render extracted requirements into a BRD markdown document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Route requirements to correct reviewer type (PO / Tech Lead / QA)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HITL pause with interrupt_before; inject approval decision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470001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Resume with invoke(None, config); freeze approved requirements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742432"/>
            <a:ext cx="11064240" cy="320040"/>
          </a:xfrm>
          <a:prstGeom prst="rect">
            <a:avLst/>
          </a:prstGeom>
          <a:solidFill>
            <a:srgbClr val="0D8A74"/>
          </a:solidFill>
          <a:ln w="12700">
            <a:solidFill>
              <a:srgbClr val="0D8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424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 in VS Code:  ~/agentic-lab/day6/lab1_extract_requirements.ipynb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656832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Day 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0" y="-731520"/>
            <a:ext cx="6400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3000" b="1" dirty="0">
                <a:solidFill>
                  <a:srgbClr val="1A2E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</a:t>
            </a:r>
            <a:endParaRPr lang="en-US" sz="23000" dirty="0"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typed data — 4 types cover 95% of what you'll find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pipeline (chunk → identify → classify → structure → verify) beats one-shot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structured output is the extraction contract — no free text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86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886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= source_utterance verbatim. Without it, requirements become hearsay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sign-off is the compliance artifact. Same Day 1 pattern, new use case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394960"/>
            <a:ext cx="91440" cy="1051560"/>
          </a:xfrm>
          <a:prstGeom prst="rect">
            <a:avLst/>
          </a:prstGeom>
          <a:solidFill>
            <a:srgbClr val="E8601A"/>
          </a:solidFill>
          <a:ln w="12700">
            <a:solidFill>
              <a:srgbClr val="E86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68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8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 · Insight Synthesis &amp; Reporting Agents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6035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From queried data + extracted requirements → narrative reports   › Chart generation   › Executive summary agents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1A2E55"/>
          </a:solidFill>
          <a:ln w="12700">
            <a:solidFill>
              <a:srgbClr val="1A2E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5683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AI Services  ·  Track 3.B  ·  Agents for Business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· Requirements Extraction &amp; Documentation Agents</dc:title>
  <dc:subject>PptxGenJS Presentation</dc:subject>
  <dc:creator>PptxGenJS</dc:creator>
  <cp:lastModifiedBy>PptxGenJS</cp:lastModifiedBy>
  <cp:revision>1</cp:revision>
  <dcterms:created xsi:type="dcterms:W3CDTF">2026-07-26T18:20:28Z</dcterms:created>
  <dcterms:modified xsi:type="dcterms:W3CDTF">2026-07-26T18:20:28Z</dcterms:modified>
</cp:coreProperties>
</file>